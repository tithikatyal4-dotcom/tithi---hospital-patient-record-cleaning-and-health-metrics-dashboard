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amaheshwari R" userId="S::uma@edunetfoundation.org::5013a120-0240-46bd-a5d8-a54ab11ae5fe" providerId="AD" clId="Web-{34CBDC38-0F0C-EF0A-5169-FC033B4B9FA1}"/>
    <pc:docChg chg="modSld">
      <pc:chgData name="Umamaheshwari R" userId="S::uma@edunetfoundation.org::5013a120-0240-46bd-a5d8-a54ab11ae5fe" providerId="AD" clId="Web-{34CBDC38-0F0C-EF0A-5169-FC033B4B9FA1}" dt="2026-02-19T06:35:48.913" v="2" actId="20577"/>
      <pc:docMkLst>
        <pc:docMk/>
      </pc:docMkLst>
      <pc:sldChg chg="modSp">
        <pc:chgData name="Umamaheshwari R" userId="S::uma@edunetfoundation.org::5013a120-0240-46bd-a5d8-a54ab11ae5fe" providerId="AD" clId="Web-{34CBDC38-0F0C-EF0A-5169-FC033B4B9FA1}" dt="2026-02-19T06:35:48.913" v="2" actId="20577"/>
        <pc:sldMkLst>
          <pc:docMk/>
          <pc:sldMk cId="0" sldId="266"/>
        </pc:sldMkLst>
        <pc:spChg chg="mod">
          <ac:chgData name="Umamaheshwari R" userId="S::uma@edunetfoundation.org::5013a120-0240-46bd-a5d8-a54ab11ae5fe" providerId="AD" clId="Web-{34CBDC38-0F0C-EF0A-5169-FC033B4B9FA1}" dt="2026-02-19T06:35:48.913" v="2" actId="20577"/>
          <ac:spMkLst>
            <pc:docMk/>
            <pc:sldMk cId="0" sldId="26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9144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LinkedIn  </a:t>
            </a:r>
            <a:r>
              <a:rPr lang="en-US" sz="950" err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r>
              <a:rPr lang="en-US" sz="9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950"/>
          </a:p>
        </p:txBody>
      </p:sp>
      <p:sp>
        <p:nvSpPr>
          <p:cNvPr id="5" name="Shape 3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0" y="0"/>
            <a:ext cx="50292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0" y="3108960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3291840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347472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9601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800" b="1" dirty="0" smtClean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Hospital Patients Records Cleaning &amp; Health Metrics </a:t>
            </a:r>
            <a:r>
              <a:rPr lang="en-IN" sz="2400" b="1" dirty="0" smtClean="0">
                <a:solidFill>
                  <a:schemeClr val="accent1">
                    <a:lumMod val="75000"/>
                  </a:schemeClr>
                </a:solidFill>
              </a:rPr>
              <a:t>Dashboard</a:t>
            </a:r>
            <a:r>
              <a:rPr lang="en-US" sz="3800" b="1" dirty="0" smtClean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320040" y="2578608"/>
            <a:ext cx="384048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Shape 12"/>
          <p:cNvSpPr/>
          <p:nvPr/>
        </p:nvSpPr>
        <p:spPr>
          <a:xfrm>
            <a:off x="4160520" y="2578608"/>
            <a:ext cx="27432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5786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E S E N T A T I O N   2 0 2 6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411480" cy="411480"/>
          </a:xfrm>
          <a:prstGeom prst="ellipse">
            <a:avLst/>
          </a:prstGeom>
          <a:solidFill>
            <a:srgbClr val="ECEFF1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2102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👤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77724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100" b="1" dirty="0" err="1" smtClean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Tithi</a:t>
            </a:r>
            <a:r>
              <a:rPr lang="en-US" sz="1100" b="1" dirty="0" smtClean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 smtClean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Katyal</a:t>
            </a:r>
            <a:r>
              <a:rPr lang="en-US" sz="1100" b="1" dirty="0" smtClean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34640" y="3611880"/>
            <a:ext cx="411480" cy="411480"/>
          </a:xfrm>
          <a:prstGeom prst="ellipse">
            <a:avLst/>
          </a:prstGeom>
          <a:solidFill>
            <a:srgbClr val="ECEFF1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362102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✉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3291840" y="3611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Email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329184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[tithikatyal4@gmail.com]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7722" y="4384041"/>
            <a:ext cx="411480" cy="411480"/>
          </a:xfrm>
          <a:prstGeom prst="ellipse">
            <a:avLst/>
          </a:prstGeom>
          <a:solidFill>
            <a:srgbClr val="ECEFF1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7722" y="4393185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📖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782333" y="447886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100" b="1" dirty="0" err="1" smtClean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</a:t>
            </a:r>
            <a:r>
              <a:rPr lang="en-US" sz="1100" b="1" dirty="0" smtClean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457200" y="2093976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57200" y="2953512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57200" y="381304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457200" y="4242816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9" name="Text 12">
            <a:extLst>
              <a:ext uri="{FF2B5EF4-FFF2-40B4-BE49-F238E27FC236}">
                <a16:creationId xmlns:a16="http://schemas.microsoft.com/office/drawing/2014/main" xmlns="" id="{7BA53C9D-AAA2-05C7-14B1-F7DA481CA53F}"/>
              </a:ext>
            </a:extLst>
          </p:cNvPr>
          <p:cNvSpPr/>
          <p:nvPr/>
        </p:nvSpPr>
        <p:spPr>
          <a:xfrm>
            <a:off x="457200" y="1284468"/>
            <a:ext cx="4114800" cy="3022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 excel and copilot  the data set is cleaned and validated an d transformed  . A dashboard is created . </a:t>
            </a:r>
            <a:endParaRPr lang="en-US" sz="13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xmlns="" id="{FBB90A13-7196-D2E6-20B4-845F03152899}"/>
              </a:ext>
            </a:extLst>
          </p:cNvPr>
          <p:cNvSpPr/>
          <p:nvPr/>
        </p:nvSpPr>
        <p:spPr>
          <a:xfrm>
            <a:off x="457200" y="1742197"/>
            <a:ext cx="4114800" cy="5589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focuses on cleaning and analyzing  hospital patient records  to generate meaningful health insights and predict heart attack in patients </a:t>
            </a:r>
            <a:endParaRPr lang="en-US" sz="13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xmlns="" id="{4BCD0967-8763-EBD0-918B-8930803EE40C}"/>
              </a:ext>
            </a:extLst>
          </p:cNvPr>
          <p:cNvSpPr/>
          <p:nvPr/>
        </p:nvSpPr>
        <p:spPr>
          <a:xfrm>
            <a:off x="457200" y="2301112"/>
            <a:ext cx="4114800" cy="442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visual key metrics such as patient  count , length of stay  and treatment outcomes .</a:t>
            </a:r>
            <a:endParaRPr lang="en-US" sz="13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xmlns="" id="{A079AF38-4D82-61EA-A6DE-714C1225E65B}"/>
              </a:ext>
            </a:extLst>
          </p:cNvPr>
          <p:cNvSpPr/>
          <p:nvPr/>
        </p:nvSpPr>
        <p:spPr>
          <a:xfrm>
            <a:off x="457200" y="2798064"/>
            <a:ext cx="41148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 </a:t>
            </a:r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 how data analytics can improve healthcare  reporting and support  better operational </a:t>
            </a:r>
            <a:r>
              <a:rPr lang="en-US" sz="1300" dirty="0" err="1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descion</a:t>
            </a:r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xmlns="" id="{E42052B7-1005-7C95-89EC-CBD8D61EEAEE}"/>
              </a:ext>
            </a:extLst>
          </p:cNvPr>
          <p:cNvSpPr/>
          <p:nvPr/>
        </p:nvSpPr>
        <p:spPr>
          <a:xfrm>
            <a:off x="457200" y="295351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234441"/>
            <a:ext cx="4114800" cy="3240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/>
              <a:t>Hospitals handle large amounts of patient data that are often incomplete, inconsistent, and unstructured.</a:t>
            </a:r>
          </a:p>
          <a:p>
            <a:r>
              <a:rPr lang="en-US" sz="1400" dirty="0"/>
              <a:t>Because of this: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is difficult to track patient flow and treatment outcomes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Key health metrics are not easily visible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centralized dashboard exists for monitoring </a:t>
            </a:r>
          </a:p>
          <a:p>
            <a:r>
              <a:rPr lang="en-US" sz="1400" dirty="0"/>
              <a:t>This leads to poor decision-making and inefficiency in hospital operations.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166420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09397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52374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95351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234440"/>
            <a:ext cx="4114800" cy="28180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/>
              <a:t>To solve this 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Clean and validate patient data </a:t>
            </a:r>
          </a:p>
          <a:p>
            <a:r>
              <a:rPr lang="en-US" sz="1400" dirty="0"/>
              <a:t>Standardize medical categories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Create calculated fields like length of stay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Use Excel </a:t>
            </a:r>
            <a:r>
              <a:rPr lang="en-US" sz="1400" dirty="0"/>
              <a:t>to build an interactive dashboard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 Copilot to generate insights and summaries </a:t>
            </a:r>
          </a:p>
          <a:p>
            <a:r>
              <a:rPr lang="en-US" sz="1400" dirty="0"/>
              <a:t>This solution improves data accuracy and helps hospitals monitor patient trends effectively.</a:t>
            </a:r>
          </a:p>
          <a:p>
            <a:endParaRPr lang="en-US" sz="14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10972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33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 / Source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IN" sz="1200" dirty="0"/>
              <a:t>Patient dataset (CSV / Excel from </a:t>
            </a:r>
            <a:r>
              <a:rPr lang="en-IN" sz="1200" dirty="0" err="1"/>
              <a:t>Kaggle</a:t>
            </a:r>
            <a:r>
              <a:rPr lang="en-IN" sz="1200" dirty="0" smtClean="0"/>
              <a:t>)</a:t>
            </a:r>
            <a:r>
              <a:rPr lang="en-US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Shape 9"/>
          <p:cNvSpPr/>
          <p:nvPr/>
        </p:nvSpPr>
        <p:spPr>
          <a:xfrm>
            <a:off x="8641080" y="10972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33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/ Analysis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4800600" y="15544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200" dirty="0"/>
              <a:t>Data cleaning (remove duplicates, fix missing values)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200" dirty="0"/>
              <a:t>Data transformation (create new columns) </a:t>
            </a:r>
            <a:r>
              <a:rPr lang="en-US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29260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9626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Tool Integration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200" dirty="0"/>
              <a:t>Use </a:t>
            </a:r>
            <a:r>
              <a:rPr lang="en-US" sz="1200" dirty="0" smtClean="0"/>
              <a:t> excel with Copilot </a:t>
            </a:r>
            <a:r>
              <a:rPr lang="en-US" sz="1200" dirty="0"/>
              <a:t>for insights and summaries</a:t>
            </a:r>
            <a:endParaRPr lang="en-US" sz="12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.]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29260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Shape 17"/>
          <p:cNvSpPr/>
          <p:nvPr/>
        </p:nvSpPr>
        <p:spPr>
          <a:xfrm>
            <a:off x="8641080" y="29260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9626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Dashboard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200" dirty="0"/>
              <a:t>Excel dashboard with charts and </a:t>
            </a:r>
            <a:r>
              <a:rPr lang="en-US" sz="1200" dirty="0" smtClean="0"/>
              <a:t>KPIs</a:t>
            </a:r>
            <a:r>
              <a:rPr lang="en-US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Project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list of some demo screenshots / features of the project: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978408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9" name="Shape 7"/>
          <p:cNvSpPr/>
          <p:nvPr/>
        </p:nvSpPr>
        <p:spPr>
          <a:xfrm>
            <a:off x="280416" y="2048255"/>
            <a:ext cx="2788920" cy="2814689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6517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411480" y="31272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description of Demo 1 here — what this demo shows, key features, and results achieved.]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22776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22776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14" name="Shape 12"/>
          <p:cNvSpPr/>
          <p:nvPr/>
        </p:nvSpPr>
        <p:spPr>
          <a:xfrm>
            <a:off x="3218688" y="2011680"/>
            <a:ext cx="2788920" cy="2851264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18688" y="26517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3355848" y="31272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description of Demo 2 here — what this demo shows, key features, and results achieved.]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67144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67144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19" name="Shape 17"/>
          <p:cNvSpPr/>
          <p:nvPr/>
        </p:nvSpPr>
        <p:spPr>
          <a:xfrm>
            <a:off x="6163056" y="2011680"/>
            <a:ext cx="2788920" cy="2851264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63056" y="26517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6300216" y="31272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description of Demo 3 here — what this demo shows, key features, and results achieved.]</a:t>
            </a:r>
            <a:endParaRPr lang="en-US" sz="1050" dirty="0"/>
          </a:p>
        </p:txBody>
      </p:sp>
      <p:pic>
        <p:nvPicPr>
          <p:cNvPr id="22" name="Picture 21" descr="heart _attack _dataset converted.xlsx - Excel (Product Activation Failed)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3063240"/>
            <a:ext cx="2633472" cy="169164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696" y="3055458"/>
            <a:ext cx="2651760" cy="176800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4120" y="3005019"/>
            <a:ext cx="2657856" cy="17602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["C:\Users\Hp\Downloads\WhatsApp Video 2026-04-10 at 5.45.46 PM.mp4"]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/>
          </a:p>
          <a:p>
            <a:pPr marL="0" indent="0" algn="ctr">
              <a:buNone/>
            </a:pPr>
            <a:r>
              <a:rPr lang="en-US" sz="11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234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4754880" y="163677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4754880" y="20391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4754880" y="2441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4754880" y="28437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4754880" y="364845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Conclusion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475488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457200" y="123444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400" dirty="0"/>
              <a:t>This project successfully demonstrates how hospital patient data can be cleaned and analyzed using Excel and Power BI.</a:t>
            </a:r>
          </a:p>
          <a:p>
            <a:r>
              <a:rPr lang="en-US" sz="1400" dirty="0"/>
              <a:t>The dashboard provides clear insights into patient flow, treatment outcomes, and hospital performance. It improves reporting accuracy and supports better decision-making</a:t>
            </a:r>
            <a:r>
              <a:rPr lang="en-US" sz="1400" dirty="0" smtClean="0"/>
              <a:t>.</a:t>
            </a:r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777240"/>
            <a:ext cx="3931920" cy="3931920"/>
          </a:xfrm>
          <a:prstGeom prst="rect">
            <a:avLst/>
          </a:prstGeom>
          <a:solidFill>
            <a:srgbClr val="F7F9FC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005840"/>
            <a:ext cx="2834640" cy="2834640"/>
          </a:xfrm>
          <a:prstGeom prst="ellipse">
            <a:avLst/>
          </a:prstGeom>
          <a:solidFill>
            <a:srgbClr val="1B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100584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>
                <a:solidFill>
                  <a:srgbClr val="000000"/>
                </a:solidFill>
              </a:rPr>
              <a:t>✅</a:t>
            </a:r>
            <a:endParaRPr lang="en-US" sz="6000"/>
          </a:p>
        </p:txBody>
      </p:sp>
      <p:sp>
        <p:nvSpPr>
          <p:cNvPr id="18" name="Shape 16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234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4754880" y="163677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4754880" y="20391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4754880" y="2441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4754880" y="28437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4754880" y="364845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475488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Future Scope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457200" y="123444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400" dirty="0"/>
              <a:t>This project successfully demonstrates how hospital patient data can be cleaned and analyzed using Excel and Power BI.</a:t>
            </a:r>
          </a:p>
          <a:p>
            <a:r>
              <a:rPr lang="en-US" sz="1400" dirty="0"/>
              <a:t>The dashboard provides clear insights into patient flow, treatment outcomes, and hospital performance. It improves reporting accuracy and supports better decision-making</a:t>
            </a:r>
            <a:r>
              <a:rPr lang="en-US" sz="1400" dirty="0" smtClean="0"/>
              <a:t>.</a:t>
            </a:r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777240"/>
            <a:ext cx="3931920" cy="3931920"/>
          </a:xfrm>
          <a:prstGeom prst="rect">
            <a:avLst/>
          </a:prstGeom>
          <a:solidFill>
            <a:srgbClr val="F7F9FC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9144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>
                <a:solidFill>
                  <a:srgbClr val="000000"/>
                </a:solidFill>
              </a:rPr>
              <a:t>🧠</a:t>
            </a:r>
            <a:endParaRPr lang="en-US" sz="10000"/>
          </a:p>
        </p:txBody>
      </p:sp>
      <p:sp>
        <p:nvSpPr>
          <p:cNvPr id="17" name="Text 15"/>
          <p:cNvSpPr/>
          <p:nvPr/>
        </p:nvSpPr>
        <p:spPr>
          <a:xfrm>
            <a:off x="4846320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[Future ideas &amp; roadmap]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6305973" y="45720"/>
            <a:ext cx="27465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AICW Fellowship  |  Student Project Presentation 2026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  LinkedIn  |   Edunet Foundation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655</Words>
  <Application>Microsoft Office PowerPoint</Application>
  <PresentationFormat>On-screen Show (16:9)</PresentationFormat>
  <Paragraphs>130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Microsoft account</cp:lastModifiedBy>
  <cp:revision>7</cp:revision>
  <dcterms:created xsi:type="dcterms:W3CDTF">2026-02-18T09:17:23Z</dcterms:created>
  <dcterms:modified xsi:type="dcterms:W3CDTF">2026-04-10T12:45:19Z</dcterms:modified>
</cp:coreProperties>
</file>